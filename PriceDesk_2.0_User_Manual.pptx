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1384280" cy="4114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38428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2377440" cy="329184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 MANUAL  —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 err="1" smtClean="0">
                <a:solidFill>
                  <a:srgbClr val="FFFFFF"/>
                </a:solidFill>
              </a:rPr>
              <a:t>PriceDesk</a:t>
            </a:r>
            <a:endParaRPr sz="50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A8D0FF"/>
                </a:solidFill>
              </a:rPr>
              <a:t>Complete User Guide — All Roles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520440"/>
            <a:ext cx="4114800" cy="36576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67588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0D8E8"/>
                </a:solidFill>
              </a:rPr>
              <a:t>Covers: Sales Rep · Finance · Technical · Sales Head · Ops ·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Aicera Systems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D8E8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What's covered in this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384048" cy="84124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261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8D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078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463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Login, signup, demo access &amp; navigation basics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11680"/>
            <a:ext cx="384048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267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0848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468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Role-specific dashboards, KPI cards &amp; quick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017520"/>
            <a:ext cx="384048" cy="84124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3273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00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090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Deal Builder (Sales Rep)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74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Create deals, import BOM, set pricing &amp; submit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384048" cy="8412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279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96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Approval Queues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480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Technical, Finance &amp; Sales Head review &amp; 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029200"/>
            <a:ext cx="384048" cy="8412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5285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102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Deals List &amp;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486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Viewing, filtering, deal detail &amp; version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00584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005840"/>
            <a:ext cx="384048" cy="8412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1261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1078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463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Quote-only mode, generating &amp; managing quotes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01168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2011680"/>
            <a:ext cx="384048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7648" y="2267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0848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Orders &amp; Procurement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2468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Convert deals to orders, POs &amp; delivery challans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01752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3017520"/>
            <a:ext cx="384048" cy="8412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3273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3090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Incentives &amp; Targets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3474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Commission tracking &amp; quota target management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02336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4023360"/>
            <a:ext cx="384048" cy="841248"/>
          </a:xfrm>
          <a:prstGeom prst="rect">
            <a:avLst/>
          </a:prstGeom>
          <a:solidFill>
            <a:srgbClr val="FF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4279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54F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4096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4480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Users, settings, audit log &amp; PDF customization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029200"/>
            <a:ext cx="548640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5029200"/>
            <a:ext cx="384048" cy="84124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5285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8E8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5102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Tips &amp; Troubleshooting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5486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Common questions, shortcuts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·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68096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D0D8E8"/>
                </a:solidFill>
              </a:rPr>
              <a:t>Login, roles &amp; first-time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5394960" cy="2587752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69848"/>
            <a:ext cx="539496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📝  Signing Up (Sales Rep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dirty="0">
                <a:solidFill>
                  <a:srgbClr val="D0D8E8"/>
                </a:solidFill>
              </a:rPr>
              <a:t>• Go to the app URL in your browser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D0D8E8"/>
                </a:solidFill>
              </a:rPr>
              <a:t>• Click 'Sign Up' on the login page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D0D8E8"/>
                </a:solidFill>
              </a:rPr>
              <a:t>• Enter your name, email &amp; password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D0D8E8"/>
                </a:solidFill>
              </a:rPr>
              <a:t>• You are auto-assigned the Sales Rep role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D0D8E8"/>
                </a:solidFill>
              </a:rPr>
              <a:t>• Log in immediately after signup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5394960" cy="256032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39496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📧  Invited Roles (Finance / Tech / Sales Head / Ops / 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You receive an invite email with a secure link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the link → set your password on the Accept Invite page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Your role is pre-assigned by the Admin — you cannot change it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Contact your Admin if you did not receive the invite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14400"/>
            <a:ext cx="5440680" cy="224028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914400"/>
            <a:ext cx="54406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0058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🔐  Logging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Visit the app URL → Enter email &amp; password → Click Login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Forgot password? Click 'Forgot Password', enter email,
check inbox for reset link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After login you land on your role-specific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Dark / Light mode toggle is available in the top-right menu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5440680" cy="306324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29184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🗺️  Navigation &amp; App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9476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Left sidebar: main menu (Dashboard, Deals, Quotes, Orders…)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Top bar: page title, notifications bell &amp; user profile menu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⌘K (Ctrl+K) opens the Command Palette for quick navigation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On mobile / Android app, use the hamburger menu to navigate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Offline mode: a banner appears when network is unavailable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·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Your role-based home screen after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3401568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Sales Rep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Pipeline summary: Draft / Pending / Approved / Rejected deal counts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Total revenue in pipeline (all deals)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My Deals shortcut — click to open Deals list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Recent activity feed of deal status changes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New Deal button for quick deal creation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914400"/>
            <a:ext cx="3401568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00584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Finance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Deals waiting in 'Finance Review' queue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Average gross margin across all pending deals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Revenue totals by status (pending / approved)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Link to Finance Queue for one-click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91440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914400"/>
            <a:ext cx="3401568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100584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Sales Head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41732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Executive summary: total pipeline value &amp; approved revenue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Team quota vs achieved — per-rep tracking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Deals awaiting Sales Head approval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Access to all team's deals (full visibility)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794760"/>
            <a:ext cx="3401568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Technical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Deals pending Technical Review queue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Count of deals requiring spec validation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Link to Technical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0520" y="3794760"/>
            <a:ext cx="3401568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388620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Ops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9768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Active orders in execution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Delivery challans to be dispatched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Pending vendor Purchase 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794760"/>
            <a:ext cx="3401568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0" y="3794760"/>
            <a:ext cx="3401568" cy="45720"/>
          </a:xfrm>
          <a:prstGeom prst="rect">
            <a:avLst/>
          </a:prstGeom>
          <a:solidFill>
            <a:srgbClr val="FF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388620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F"/>
                </a:solidFill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297680"/>
            <a:ext cx="31272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System-wide pipeline overview — all deals across all reps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User activity summary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Quick links to all admin panels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Revenue analytics across financial 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· Deal Builder — Create a Deal (Sales Rep)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Step-by-step: from blank to submitted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2176272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2176272" cy="54864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005840"/>
            <a:ext cx="402336" cy="402336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8DA"/>
                </a:solidFill>
              </a:rPr>
              <a:t>Start New 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199339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'New Deal' button (Deals page)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Fill: Deal Name (required)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Select or type Customer Name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Set Currency (INR default)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Optionally add OEM &amp; Quote No.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Toggle 'Requires Technical Review'
if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5" y="246888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914400"/>
            <a:ext cx="2176272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914400"/>
            <a:ext cx="2176272" cy="54864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75888" y="1005840"/>
            <a:ext cx="402336" cy="402336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00"/>
                </a:solidFill>
              </a:rPr>
              <a:t>Add Line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1920240"/>
            <a:ext cx="199339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'+ Add Item' to add a product row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SKU / Product Name (required)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Quantity &amp; Unit of Measure (Pcs, Ltr, Hrs…)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Transfer Price (your cost from supplier)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Quoted Price (what you charge customer)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System auto-calculates line revenue &amp;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6" y="246888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74920" y="914400"/>
            <a:ext cx="2176272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74920" y="914400"/>
            <a:ext cx="217627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61888" y="1005840"/>
            <a:ext cx="402336" cy="40233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1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Import BOM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1920240"/>
            <a:ext cx="199339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'Import BOM' button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Upload your Excel/CSV file from supplier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System maps: Section, Module, Description,
Quantity, Part No., Brand, Type columns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Review parsed items — edit if needed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Non-standard columns are captured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0336" y="246888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60920" y="914400"/>
            <a:ext cx="2176272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60920" y="914400"/>
            <a:ext cx="21762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1005840"/>
            <a:ext cx="402336" cy="4023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Add Overheads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920240"/>
            <a:ext cx="199339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'+ Add Overhead Charge'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Label: e.g. 'Shipping', 'Installation Fee'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Amount: fixed ₹ value  OR  percentage %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Toggle 'Is Percentage' for % overheads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Overheads reduce Net Margin (not Gross Margin)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46336" y="246888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46920" y="914400"/>
            <a:ext cx="2176272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914400"/>
            <a:ext cx="217627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33888" y="1005840"/>
            <a:ext cx="402336" cy="4023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33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Review Margins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1920240"/>
            <a:ext cx="1993391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Margin Summary panel updates live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Gross Margin % shown in color-coded badge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🟢 Green = healthy  🟡 Amber = caution  🔴 Red = below floor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If below Admin floor threshold → deal
cannot be submitted until revised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172200"/>
            <a:ext cx="11430000" cy="3474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20877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0FF"/>
                </a:solidFill>
              </a:rPr>
              <a:t>💡 Tip: You can Save as Draft at any time. Draft deals are only visible to you and Admins.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· Deal Builder — Pricing Details &amp;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Discounts, GST, notes and final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394960" cy="274320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💰  Discount &amp; GST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Discount % — applied to total quoted value before GST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CGST % + SGST % for intra-state supplies (GST split equally)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IGST % for inter-state supply (replaces CGST/SGST)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Shipping Charge — fixed freight cost added to final value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All values auto-compute in the PDF quote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5394960" cy="292608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3949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📋  Additional Deal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Notes — internal notes visible to approvers (not on PDF)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Terms &amp; Conditions — printed on customer-facing PDF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Declaration — optional legal text on PDF footer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SLA / Timeline — attach service level &amp; delivery schedule text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Quote Stage — e.g. Prospecting, Negotiation, Closed Won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Validity Period (days) — how long the quote is valid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Contact Name — customer's decision-maker contact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Billing &amp; Shipping Address — populates PDF addresses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14400"/>
            <a:ext cx="5440680" cy="301752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914400"/>
            <a:ext cx="544068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0058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🚀  Save as Draft vs Submit for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Save as Draft: Stores deal without routing it to any queue.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Deal status = 'Draft'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Only you and Admin can see it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You can keep editing freely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Submit for Approval: Locks the deal and routes it.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If 'Requires Technical' is ON → goes to Technical queue first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If OFF → goes straight to Finance queue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You CANNOT edit after submission (until Changes Requested)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069080"/>
            <a:ext cx="5440680" cy="2670048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4406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📬  What Happens After Submission?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72000"/>
            <a:ext cx="516636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Deal status changes from 'Draft' to 'Pending Finance' or 'Pending Technical'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Reviewers in the relevant queue are notified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You can track status in real-time on the Deals list &amp; Deal detail page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If 'Changes Requested' → status returns to you with reviewer comment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Edit the deal and re-submit — a new version snapshot is saved automatically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If 'Approved' → deal is locked; generate PDF quote from the detail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· Approval Queues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How reviewers action deals — Technical, Finance, Sales 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2651760" cy="141732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265176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Technical
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8E8"/>
                </a:solidFill>
              </a:rPr>
              <a:t>If 'Requires Technical'
is enabled on deal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59636"/>
            <a:ext cx="292608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7287" y="1005840"/>
            <a:ext cx="2651760" cy="141732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47287" y="1005840"/>
            <a:ext cx="2651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7" y="114300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Finance
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7" y="1810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8E8"/>
                </a:solidFill>
              </a:rPr>
              <a:t>All deals pass through
Finance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659636"/>
            <a:ext cx="292608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91655" y="1005840"/>
            <a:ext cx="2651760" cy="141732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91655" y="1005840"/>
            <a:ext cx="2651760" cy="36576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5" y="114300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B00"/>
                </a:solidFill>
              </a:rPr>
              <a:t>Sales Head
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5" y="1810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8E8"/>
                </a:solidFill>
              </a:rPr>
              <a:t>Escalation / strategic
deal final approval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5" y="1659636"/>
            <a:ext cx="292608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36024" y="1005840"/>
            <a:ext cx="2651760" cy="141732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36024" y="1005840"/>
            <a:ext cx="265176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27463" y="114300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78DA"/>
                </a:solidFill>
              </a:rPr>
              <a:t>✅ Approved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1810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8E8"/>
                </a:solidFill>
              </a:rPr>
              <a:t>Deal is locked.
Generate PDF quote.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606040"/>
            <a:ext cx="7315200" cy="2834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606040"/>
            <a:ext cx="731520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26974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⚡  Actions Available to Each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7040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✅ Approve — deal advances to next queue stage (or fully approved at Sales Head)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↩  Request Changes — deal returns to Sales Rep with mandatory comment explaining what to fix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❌ Reject — deal is terminated; rejection reason is mandatory and visible to Sales Rep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Note: Only Sales Head can use 'Request Changes' at the final stage.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Finance and Technical can only Approve or Reject.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Comment is REQUIRED for both Reject and Request Changes 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606040"/>
            <a:ext cx="3749039" cy="283464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2606040"/>
            <a:ext cx="3749039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📦  Ops Assignment
on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1089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When Sales Head approves,
they assign an Ops Executive
(Chetan / Bhoomika / Deekshit)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This Ops user is pre-linked
to the resulting order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Ops then manages POs &amp;
delivery challans for this deal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172200"/>
            <a:ext cx="11430000" cy="3474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0877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BBF24"/>
                </a:solidFill>
              </a:rPr>
              <a:t>⚠️  A rejected deal cannot be resubmitted. Sales Rep must create a new deal if the customer re-engages.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· Deals List &amp; Deal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Finding, viewing and managing deal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39496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📋  Deals List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Navigate to 'Deals' in the left sidebar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View all your deals (Sales Rep) or all team's deals (Admin/Sales Head)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KPI bar at top: Record count, Total Revenue, Real-time sync indicator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any deal row to open its Detail page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Use 'Download Worksheet' to export all deals to Excel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the refresh icon (↻) to reload latest data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Use column headers to sort deals by status, value, customer etc.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14400"/>
            <a:ext cx="5440680" cy="320040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914400"/>
            <a:ext cx="544068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🔍  Deal Detail Page —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1663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Header: Deal #, Customer, Status badge, Rep name, Created date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Approval Actions panel (right side): Submit / Approve / Reject buttons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Pipeline Tracker: visual breadcrumb showing current approval stage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Line Items table: all products with individual margins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Financial Summary: Total Revenue, Cost, Gross Margin %, Net Margin 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Overheads panel: listed overhead charges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BOM Annex tab: full bill of materials if imported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Audit Trail tab: complete history of every action on this deal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Version History tab: previous pricing snapshots (v1, v2, v3…)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51960"/>
            <a:ext cx="5394960" cy="242316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251960"/>
            <a:ext cx="53949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🏷️  Status Badges Explained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⬜ Draft        — being edited, not yet submitted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🔵 Finance Review  — waiting for Finance team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🟣 Technical Review — waiting for Technical team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🟡 Sales Head Review — waiting for final approval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🟢 Approved     — fully approved, ready to quote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🔴 Rejected     — terminated, see audit for reason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🟠 Changes Requested — returned to rep for revision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251960"/>
            <a:ext cx="5440680" cy="242316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4251960"/>
            <a:ext cx="54406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📄  PDF Quote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54880"/>
            <a:ext cx="5166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Only available on Approved deals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Open Deal detail → click 'Generate PDF Quote' button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PDF opens in browser — download or print directly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PDF includes: company logo, GSTIN, itemized table,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GST breakdown, bank details, declaration &amp; signatures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Signature pad available for digital sign-off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Each pricing revision creates a new version snapshot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· Quotes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Quote-only mode — send customer quotes without full deal approval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11384280" cy="1828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1138428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11109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💬  What is Quote-Only Mode?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11099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Some customers need a quick price estimate without a formal approval pipeline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Quote-only deals skip the Technical/Finance/Sales Head routing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They appear in the 'Quotes' section, NOT in the main 'Deals' list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Still generates a full branded PDF customer quote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Ideal for: early-stage enquiries, ballpark estimates, repeat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539496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39496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📝  Creating a Quote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Go to 'Quotes' in the left sidebar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'New Quote' button (top right)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Fill in all the same fields as a Deal (customer, line items, pricing)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No approval routing happens — quote is immediately ready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'Generate PDF' to produce the customer-facing document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Quotes can be edited freely as no approval lock applies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26080"/>
            <a:ext cx="544068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92608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🔄  Converting a Quote to a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29000"/>
            <a:ext cx="5166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If the customer accepts the quote and needs formal approval,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the Sales Rep creates a new full Deal (separate process)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Copy pricing from the quote into the new deal manually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The quote record remains for reference / audit purposes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Note: Quotes and Deals are separate records in the system.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 Quote does NOT automatically convert to a Deal.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430000" cy="3474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0FF"/>
                </a:solidFill>
              </a:rPr>
              <a:t>💡 Quote numbers follow the format QT-XXXXXX. Deal numbers follow DL-XXXXXX.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· Orders, Purchase Orders &amp; Delivery Challans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Post-approval execution — Ops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2176272" cy="347472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2176272" cy="54864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005840"/>
            <a:ext cx="402336" cy="402336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8DA"/>
                </a:solidFill>
              </a:rPr>
              <a:t>Create Order
from Approved 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1993391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Go to 'Orders' in sidebar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'New Order' / 'Convert Deal'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Select the approved deal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Confirm order items &amp; quantities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Assign to Ops Executive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Save order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5" y="256032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914400"/>
            <a:ext cx="2176272" cy="347472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914400"/>
            <a:ext cx="2176272" cy="54864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75888" y="1005840"/>
            <a:ext cx="402336" cy="402336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00"/>
                </a:solidFill>
              </a:rPr>
              <a:t>Issue Vendor
Purchase Order (PO)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1920240"/>
            <a:ext cx="1993391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Open an order record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'Generate PO' button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Select vendor from list
(Redington, Dell, HP, Ingram…)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Set: delivery date, payment terms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Add contact &amp; vendor address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Generate &amp; download PO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6" y="256032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74920" y="914400"/>
            <a:ext cx="2176272" cy="347472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74920" y="914400"/>
            <a:ext cx="21762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61888" y="1005840"/>
            <a:ext cx="402336" cy="4023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1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Create Standalone PO
(No Deal)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1920240"/>
            <a:ext cx="1993391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Orders page → 'Create Standalone PO'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Manually enter vendor details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Add line items, quantities &amp; costs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Set delivery date &amp; payment terms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Generate PO PDF for procurement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Visible in Orders list under 'Standalone'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0336" y="256032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60920" y="914400"/>
            <a:ext cx="2176272" cy="347472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60920" y="914400"/>
            <a:ext cx="217627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1005840"/>
            <a:ext cx="402336" cy="40233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Issue Delivery
Challan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920240"/>
            <a:ext cx="1993391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Navigate to Orders → Challans tab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Click 'New Challan' for dispatched goods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Select order, fill dispatch date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Enter transporter / courier details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Specify quantities dispatched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Generate &amp; print Delivery Challan PDF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46336" y="2560320"/>
            <a:ext cx="100584" cy="9144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46920" y="914400"/>
            <a:ext cx="2176272" cy="347472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914400"/>
            <a:ext cx="217627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33888" y="1005840"/>
            <a:ext cx="402336" cy="4023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33888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146304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Export Orders
to Excel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1920240"/>
            <a:ext cx="1993391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Orders list page → 'Export Excel' button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Downloads full order report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Includes: vendor, amounts, dates, status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D0D8E8"/>
                </a:solidFill>
              </a:rPr>
              <a:t>• Useful for reconciliation &amp; reporting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355080"/>
            <a:ext cx="11430000" cy="3474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39165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0FF"/>
                </a:solidFill>
              </a:rPr>
              <a:t>📦 PO PDF, Challan PDF, and Quote PDF are all fully branded with company logo, address, GSTIN &amp; bank details from Admin Settings.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08 · Incentives, Targets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Commission tracking, quota management &amp; analytics (Admin / Sales Head / Rep)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39496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🎯  Sales Targets (Admin &amp; Sales Head)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Navigate to Admin → Targets (or Targets in sidebar for Sales Head)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Click '+ Add Target' to set a quota for a Sales Rep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Select the rep from the dropdown (active Sales Rep users only)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Enter: Topline Target (₹ revenue goal), Financial Year, Region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Save — target appears in the targets table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Edit existing targets with the pencil icon; delete with trash icon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Summary row shows: Total Topline, Bottom-line &amp; Incentive Potential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14400"/>
            <a:ext cx="544068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914400"/>
            <a:ext cx="54406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💸  Incentive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166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Incentive % and Bottom-line % are configured in Admin → Settings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Default: Incentive = 5%, Bottom-line threshold = 8%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Formula: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Bottom-line = Topline Target × Bottom-line 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Incentive Potential = Bottom-line × Incentive 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Example: ₹1 Cr topline, 8% bottom-line, 5% incentive: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Bottom-line = ₹8 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→ Incentive potential = ₹40,000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539496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39496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</a:rPr>
              <a:t>📊  Incentive Dashboard (Sales Rep)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59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Go to 'Incentive' in the left sidebar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View your current period commission summary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See: revenue achieved vs target, margin performance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Incentive earned based on approved deals only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History of past periods available for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434840"/>
            <a:ext cx="544068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4434840"/>
            <a:ext cx="54406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5262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📈  Reports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37759"/>
            <a:ext cx="5166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Go to 'Reports' in the left sidebar (Sales Rep / Sales Head / Admin)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View pipeline breakdown charts (Recharts visualizations)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Revenue by deal status, margin distribution, win rate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Filter by date range and financial year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Useful for monthly &amp; quarterly performance reviews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09 · Admin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System governance — accessible only to Admin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39496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539496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👥 Admin → Users &amp;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View all registered users, their roles &amp; active status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Change a user's role with the Role dropdown in the table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Invite new user: click 'Invite User' → enter email &amp; role → copy link → send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Create user directly (no invite): 'Create User' button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Revoke a pending invite: trash icon on invite row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Customer Registry tab: Add / Edit / Delete customer accounts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Customer ID is auto-generated (CUST-XXXX); name is searchable in Deal Builder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14400"/>
            <a:ext cx="5440680" cy="338328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914400"/>
            <a:ext cx="544068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⚙️ Admin → Settings (Global Configuration)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166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Financial Year — e.g. FY 2026-27 (affects targets &amp; reports)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Floor Margin % — minimum gross margin allowed (default 6%)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Incentive % — commission rate (default 5%)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Bottom-line % — profit threshold for incentive (default 8%)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Company Profile: name, logo URL, email, phone, GSTIN, address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Bank Details: bank name, A/C number, IFSC, branch, SWIFT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PDF Customization: theme color, accent, header text color,
  visible columns, header/footer notes, developer JSON overrides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PO &amp; Challan: separate color themes &amp; column configs for each doc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5394960" cy="2240280"/>
          </a:xfrm>
          <a:prstGeom prst="rect">
            <a:avLst/>
          </a:prstGeom>
          <a:solidFill>
            <a:srgbClr val="172A45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394960" cy="45720"/>
          </a:xfrm>
          <a:prstGeom prst="rect">
            <a:avLst/>
          </a:prstGeom>
          <a:solidFill>
            <a:srgbClr val="FF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F"/>
                </a:solidFill>
              </a:rPr>
              <a:t>📋 Admin →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59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Full chronological log of every action in the system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Each entry shows: timestamp, user, deal, action type, old &amp; new status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Action types: Created, Updated, Submitted, Approved,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  Rejected, Changes Requested, Commented, Resubmitted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Filter by user, deal or date range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Cannot be deleted — permanent governance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434840"/>
            <a:ext cx="5440680" cy="224028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4434840"/>
            <a:ext cx="54406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5262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📊 Admin → Analytics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37759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Analytics page: system-wide revenue, deal pipeline &amp; margin charts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Admin Tools: utility functions (e.g. data cleanup, bulk operations)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Admin → Targets: set &amp; manage all rep quotas (also accessible to Sales Head)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0D8E8"/>
                </a:solidFill>
              </a:rPr>
              <a:t>• All admin routes are protected — non-admin users are redirected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10 · Tips, Shortcuts &amp;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Quick reference for common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39496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36576" cy="84124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9875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78DA"/>
                </a:solidFill>
              </a:rPr>
              <a:t>⌘K / Ctrl+K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Command Palette — type any page or deal name to navigate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39496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36576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Refresh (↻)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If data looks stale, click the refresh icon on any list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539496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36576" cy="8412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9992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</a:rPr>
              <a:t>Draft auto-save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83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Deals autosave when you click 'Save as Draft' — always save before closing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39496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36576" cy="841248"/>
          </a:xfrm>
          <a:prstGeom prst="rect">
            <a:avLst/>
          </a:prstGeom>
          <a:solidFill>
            <a:srgbClr val="FF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0050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54F"/>
                </a:solidFill>
              </a:rPr>
              <a:t>Floor Margin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89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If margin badge turns red, increase quoted price or reduce discount before submitting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37760"/>
            <a:ext cx="539496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36576" cy="8412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0109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BOM import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94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Ensure your CSV has at minimum: Description, Quantity columns; other columns are optional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914400"/>
            <a:ext cx="557784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914400"/>
            <a:ext cx="36576" cy="84124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9875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7B00"/>
                </a:solidFill>
              </a:rPr>
              <a:t>Can't edit a deal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Deals are locked after submission. Wait for 'Changes Requested' status to re-edit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20240"/>
            <a:ext cx="557784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1920240"/>
            <a:ext cx="36576" cy="8412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</a:rPr>
              <a:t>Invite link expired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377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Admin must revoke the old invite and send a new one (invites expire after set time)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926080"/>
            <a:ext cx="557784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2926080"/>
            <a:ext cx="36576" cy="84124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29992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0D8E8"/>
                </a:solidFill>
              </a:rPr>
              <a:t>PDF not generating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383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Ensure deal is in 'Approved' status; only approved deals allow PDF quote generation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931920"/>
            <a:ext cx="557784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3931920"/>
            <a:ext cx="36576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40050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Not seeing my deals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Check your role — Finance/Technical only see deals in their queue, not all deals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937760"/>
            <a:ext cx="5577840" cy="841248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72200" y="4937760"/>
            <a:ext cx="36576" cy="84124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27648" y="50109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78DA"/>
                </a:solidFill>
              </a:rPr>
              <a:t>Dark/Light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394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8E8"/>
                </a:solidFill>
              </a:rPr>
              <a:t>Click your avatar (top right) → Toggle theme; system follows OS preference by default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Quick Role Reference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114300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0D8E8"/>
                </a:solidFill>
              </a:rPr>
              <a:t>Who can do what —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274320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941832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868680"/>
            <a:ext cx="137160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45536" y="94183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478DA"/>
                </a:solidFill>
              </a:rPr>
              <a:t>Sales 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868680"/>
            <a:ext cx="128016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94183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C55E"/>
                </a:solidFill>
              </a:rPr>
              <a:t>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868680"/>
            <a:ext cx="128016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7296" y="94183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</a:rPr>
              <a:t>Technical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868680"/>
            <a:ext cx="146304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6" y="94183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7B00"/>
                </a:solidFill>
              </a:rPr>
              <a:t>Sales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868680"/>
            <a:ext cx="100584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94183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</a:rPr>
              <a:t>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868680"/>
            <a:ext cx="1005840" cy="384048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6336" y="94183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454F"/>
                </a:solidFill>
              </a:rP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252728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132588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Create Deal / Quote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1252728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45536" y="1325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252728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17136" y="132588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252728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97296" y="132588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1252728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77456" y="132588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1252728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0496" y="132588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252728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46336" y="132588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1636776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2336" y="170992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Submit for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1636776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45536" y="170992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1636776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17136" y="170992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1636776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97296" y="170992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1636776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77456" y="170992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1636776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40496" y="170992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1636776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46336" y="170992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2020824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2336" y="2093976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Approve (Finance queue)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2020824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45536" y="209397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2020824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17136" y="2093976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2020824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97296" y="2093976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2020824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77456" y="2093976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2020824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20939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2020824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46336" y="20939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2404872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2336" y="247802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Approve (Technical queue)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8960" y="2404872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145536" y="247802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2404872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17136" y="247802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2404872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97296" y="247802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80" y="2404872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77456" y="247802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2404872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40496" y="247802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9760" y="2404872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46336" y="247802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2788920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2336" y="2862072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Final Approve (Sales Head)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2788920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45536" y="286207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80560" y="2788920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17136" y="286207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2788920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797296" y="286207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2788920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077456" y="286207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3920" y="2788920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540496" y="2862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9760" y="2788920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46336" y="2862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3172968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02336" y="324612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Generate PDF Quote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08960" y="3172968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145536" y="324612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560" y="3172968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517136" y="324612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3172968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797296" y="324612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40880" y="3172968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077456" y="32461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03920" y="3172968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540496" y="32461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509760" y="3172968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546336" y="32461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3557015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02336" y="363016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Create Orders &amp; POs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08960" y="3557015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145536" y="363016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80560" y="3557015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363016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3557015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797296" y="363016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40880" y="3557015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77456" y="36301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03920" y="3557015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540496" y="363016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09760" y="3557015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46336" y="363016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3941063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02336" y="4014215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Issue Delivery Challans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108960" y="3941063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145536" y="4014215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80560" y="3941063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517136" y="4014215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60720" y="3941063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797296" y="4014215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040880" y="3941063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077456" y="4014215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503920" y="3941063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540496" y="4014215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509760" y="3941063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546336" y="4014215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5760" y="4325112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02336" y="439826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View Incentive Dashboard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108960" y="4325112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145536" y="439826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80560" y="4325112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517136" y="439826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60720" y="4325112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797296" y="439826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040880" y="4325112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077456" y="439826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503920" y="4325112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540496" y="439826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09760" y="4325112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546336" y="439826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5760" y="4709160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02336" y="4782312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Set Sales Targets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108960" y="4709160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145536" y="47823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480560" y="4709160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517136" y="478231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60720" y="4709160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797296" y="478231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40880" y="4709160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077456" y="478231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503920" y="4709160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540496" y="478231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509760" y="4709160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546336" y="478231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65760" y="5093208"/>
            <a:ext cx="27432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402336" y="516636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Manage Users &amp; Settings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108960" y="5093208"/>
            <a:ext cx="137160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145536" y="51663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480560" y="5093208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517136" y="516636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60720" y="5093208"/>
            <a:ext cx="128016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797296" y="516636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040880" y="5093208"/>
            <a:ext cx="14630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077456" y="51663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503920" y="5093208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540496" y="516636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509760" y="5093208"/>
            <a:ext cx="1005840" cy="384048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546336" y="516636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65760" y="5477256"/>
            <a:ext cx="27432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02336" y="5550408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View Audit Log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108960" y="5477256"/>
            <a:ext cx="137160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145536" y="555040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480560" y="5477256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4517136" y="555040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60720" y="5477256"/>
            <a:ext cx="128016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5797296" y="555040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040880" y="5477256"/>
            <a:ext cx="14630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077456" y="555040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03920" y="5477256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8540496" y="555040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454F"/>
                </a:solidFill>
              </a:rPr>
              <a:t>❌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509760" y="5477256"/>
            <a:ext cx="1005840" cy="38404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9546336" y="555040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02920" y="6656832"/>
            <a:ext cx="11430000" cy="347472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669340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0FF"/>
                </a:solidFill>
              </a:rPr>
              <a:t>✅ = Full Access   ❌ = No Access   Admin has full access to all features across all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3384</Words>
  <Application>Microsoft Office PowerPoint</Application>
  <PresentationFormat>Custom</PresentationFormat>
  <Paragraphs>470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Jacquline</cp:lastModifiedBy>
  <cp:revision>2</cp:revision>
  <dcterms:created xsi:type="dcterms:W3CDTF">2013-01-27T09:14:16Z</dcterms:created>
  <dcterms:modified xsi:type="dcterms:W3CDTF">2026-08-01T06:24:05Z</dcterms:modified>
  <cp:category/>
</cp:coreProperties>
</file>